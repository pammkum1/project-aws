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30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-1188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EKS Terraform POC on AWS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Proof of Concept demonstrating AWS EKS infrastructure creation using Terraform and Kubernetes deployment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This POC includes:</a:t>
            </a:r>
          </a:p>
          <a:p>
            <a:r>
              <a:t>AWS VPC creation using Terraform</a:t>
            </a:r>
          </a:p>
          <a:p>
            <a:r>
              <a:t>Public and Private Subnets</a:t>
            </a:r>
          </a:p>
          <a:p>
            <a:r>
              <a:t>Internet Gateway and NAT Gateway</a:t>
            </a:r>
          </a:p>
          <a:p>
            <a:r>
              <a:t>EKS Cluster and Node Group creation</a:t>
            </a:r>
          </a:p>
          <a:p>
            <a:r>
              <a:t>IAM Users, Roles and Policies</a:t>
            </a:r>
          </a:p>
          <a:p>
            <a:r>
              <a:t>Helm Provider integration</a:t>
            </a:r>
          </a:p>
          <a:p>
            <a:r>
              <a:t>Metrics Server deployment</a:t>
            </a:r>
          </a:p>
          <a:p>
            <a:r>
              <a:t>Kubernetes Deployment, Service and HPA</a:t>
            </a:r>
          </a:p>
          <a:p>
            <a:r>
              <a:t>kubectl validation and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 err="1"/>
              <a:t>Terraform</a:t>
            </a:r>
            <a:r>
              <a:rPr dirty="0"/>
              <a:t> files used in the project:</a:t>
            </a:r>
          </a:p>
          <a:p>
            <a:r>
              <a:rPr dirty="0" smtClean="0"/>
              <a:t>1-providers.tf</a:t>
            </a:r>
            <a:endParaRPr dirty="0"/>
          </a:p>
          <a:p>
            <a:r>
              <a:rPr dirty="0"/>
              <a:t>2-vpc.tf</a:t>
            </a:r>
          </a:p>
          <a:p>
            <a:r>
              <a:rPr dirty="0"/>
              <a:t>3-igw.tf</a:t>
            </a:r>
          </a:p>
          <a:p>
            <a:r>
              <a:rPr dirty="0"/>
              <a:t>4-subnet.tf</a:t>
            </a:r>
          </a:p>
          <a:p>
            <a:r>
              <a:rPr dirty="0"/>
              <a:t>5-nat.tf</a:t>
            </a:r>
          </a:p>
          <a:p>
            <a:r>
              <a:rPr dirty="0"/>
              <a:t>6-routes.tf</a:t>
            </a:r>
          </a:p>
          <a:p>
            <a:r>
              <a:rPr dirty="0"/>
              <a:t>7-eks.tf</a:t>
            </a:r>
          </a:p>
          <a:p>
            <a:r>
              <a:rPr dirty="0"/>
              <a:t>8-nodes.tf</a:t>
            </a:r>
          </a:p>
          <a:p>
            <a:r>
              <a:rPr dirty="0"/>
              <a:t>9-add-developer-user.tf</a:t>
            </a:r>
          </a:p>
          <a:p>
            <a:r>
              <a:rPr dirty="0"/>
              <a:t>10-add-manager-role.tf</a:t>
            </a:r>
          </a:p>
          <a:p>
            <a:r>
              <a:rPr dirty="0"/>
              <a:t>11-helm-provider.tf</a:t>
            </a:r>
          </a:p>
          <a:p>
            <a:r>
              <a:rPr dirty="0"/>
              <a:t>12-metric-server.tf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Terraform and Kubernetes Validation Output</a:t>
            </a:r>
          </a:p>
        </p:txBody>
      </p:sp>
      <p:pic>
        <p:nvPicPr>
          <p:cNvPr id="3" name="Picture 2" descr="7296513c-12bf-4360-a931-54d76e17e3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436543" cy="5943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Commands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Kubernetes</a:t>
            </a:r>
            <a:r>
              <a:rPr dirty="0"/>
              <a:t> and </a:t>
            </a:r>
            <a:r>
              <a:rPr dirty="0" err="1"/>
              <a:t>Terraform</a:t>
            </a:r>
            <a:r>
              <a:rPr dirty="0"/>
              <a:t> verification commands:</a:t>
            </a:r>
          </a:p>
          <a:p>
            <a:r>
              <a:rPr dirty="0" err="1"/>
              <a:t>terraform</a:t>
            </a:r>
            <a:r>
              <a:rPr dirty="0"/>
              <a:t> </a:t>
            </a:r>
            <a:r>
              <a:rPr dirty="0" err="1"/>
              <a:t>init</a:t>
            </a:r>
            <a:endParaRPr dirty="0"/>
          </a:p>
          <a:p>
            <a:r>
              <a:rPr dirty="0" err="1"/>
              <a:t>terraform</a:t>
            </a:r>
            <a:r>
              <a:rPr dirty="0"/>
              <a:t> validate</a:t>
            </a:r>
          </a:p>
          <a:p>
            <a:r>
              <a:rPr dirty="0" err="1"/>
              <a:t>terraform</a:t>
            </a:r>
            <a:r>
              <a:rPr dirty="0"/>
              <a:t> plan</a:t>
            </a:r>
          </a:p>
          <a:p>
            <a:r>
              <a:rPr dirty="0" err="1"/>
              <a:t>terraform</a:t>
            </a:r>
            <a:r>
              <a:rPr dirty="0"/>
              <a:t> apply</a:t>
            </a:r>
          </a:p>
          <a:p>
            <a:r>
              <a:rPr dirty="0" err="1"/>
              <a:t>kubectl</a:t>
            </a:r>
            <a:r>
              <a:rPr dirty="0"/>
              <a:t> get </a:t>
            </a:r>
            <a:r>
              <a:rPr dirty="0" smtClean="0"/>
              <a:t>nodes</a:t>
            </a:r>
            <a:r>
              <a:rPr lang="en-US" dirty="0" smtClean="0"/>
              <a:t>       </a:t>
            </a:r>
            <a:endParaRPr dirty="0"/>
          </a:p>
          <a:p>
            <a:r>
              <a:rPr dirty="0" err="1"/>
              <a:t>kubectl</a:t>
            </a:r>
            <a:r>
              <a:rPr dirty="0"/>
              <a:t> get pods -A</a:t>
            </a:r>
          </a:p>
          <a:p>
            <a:r>
              <a:rPr dirty="0" err="1"/>
              <a:t>kubectl</a:t>
            </a:r>
            <a:r>
              <a:rPr dirty="0"/>
              <a:t> get deployment -n 3-example</a:t>
            </a:r>
          </a:p>
          <a:p>
            <a:r>
              <a:rPr dirty="0" err="1"/>
              <a:t>kubectl</a:t>
            </a:r>
            <a:r>
              <a:rPr dirty="0"/>
              <a:t> get svc -n 3-example</a:t>
            </a:r>
          </a:p>
          <a:p>
            <a:r>
              <a:rPr dirty="0" err="1"/>
              <a:t>kubectl</a:t>
            </a:r>
            <a:r>
              <a:rPr dirty="0"/>
              <a:t> get </a:t>
            </a:r>
            <a:r>
              <a:rPr dirty="0" err="1"/>
              <a:t>hpa</a:t>
            </a:r>
            <a:r>
              <a:rPr dirty="0"/>
              <a:t> -n 3-example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Infrastructure provisioned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91771"/>
            <a:ext cx="8229600" cy="444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7056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The Terraform-based EKS setup was successfully completed.</a:t>
            </a:r>
          </a:p>
          <a:p>
            <a:r>
              <a:t>AWS infrastructure created using Infrastructure as Code</a:t>
            </a:r>
          </a:p>
          <a:p>
            <a:r>
              <a:t>EKS cluster and worker nodes deployed successfully</a:t>
            </a:r>
          </a:p>
          <a:p>
            <a:r>
              <a:t>Metrics Server installed using Helm</a:t>
            </a:r>
          </a:p>
          <a:p>
            <a:r>
              <a:t>Application deployment and service validated</a:t>
            </a:r>
          </a:p>
          <a:p>
            <a:r>
              <a:t>Horizontal Pod Autoscaler (HPA) configured and verified</a:t>
            </a:r>
          </a:p>
          <a:p>
            <a:r>
              <a:t>Cluster monitored using kubectl commands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Infrastructure provisioning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/>
              <a:t>Terraform</a:t>
            </a:r>
            <a:r>
              <a:rPr lang="en-US" sz="2000" dirty="0" smtClean="0"/>
              <a:t> </a:t>
            </a:r>
            <a:r>
              <a:rPr lang="en-US" sz="2000" dirty="0" err="1" smtClean="0"/>
              <a:t>init</a:t>
            </a:r>
            <a:r>
              <a:rPr lang="en-US" sz="2000" dirty="0" smtClean="0"/>
              <a:t>   &amp;&amp; </a:t>
            </a:r>
            <a:r>
              <a:rPr lang="en-US" sz="2000" dirty="0" err="1" smtClean="0"/>
              <a:t>Terraform</a:t>
            </a:r>
            <a:r>
              <a:rPr lang="en-US" sz="2000" dirty="0" smtClean="0"/>
              <a:t> apply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8" y="2360973"/>
            <a:ext cx="3879750" cy="3847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712" y="2206967"/>
            <a:ext cx="4496234" cy="4001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9752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Aws</a:t>
            </a:r>
            <a:r>
              <a:rPr lang="en-US" dirty="0" smtClean="0"/>
              <a:t> provision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EKS : VPC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398" y="2229688"/>
            <a:ext cx="7088304" cy="132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96" y="4661752"/>
            <a:ext cx="7203507" cy="1355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16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Subnet:Routetable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70859"/>
            <a:ext cx="8229600" cy="2216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4358825"/>
            <a:ext cx="8582593" cy="1852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6970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IG:NAT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98" y="1566640"/>
            <a:ext cx="8229600" cy="1686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98" y="4429343"/>
            <a:ext cx="8621195" cy="1740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3086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Iam</a:t>
            </a:r>
            <a:r>
              <a:rPr lang="en-US" dirty="0" smtClean="0"/>
              <a:t> Access </a:t>
            </a:r>
            <a:r>
              <a:rPr lang="en-US" dirty="0" err="1" smtClean="0"/>
              <a:t>Enteries</a:t>
            </a:r>
            <a:r>
              <a:rPr lang="en-US" dirty="0" smtClean="0"/>
              <a:t>: Worker Nodes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606" y="1417638"/>
            <a:ext cx="6162716" cy="2422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606" y="4119375"/>
            <a:ext cx="6397250" cy="2546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2218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instance running 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60467"/>
            <a:ext cx="8229600" cy="2205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5364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Kubernetes</a:t>
            </a:r>
            <a:r>
              <a:rPr lang="en-US" dirty="0" smtClean="0"/>
              <a:t> Artifacts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07927"/>
            <a:ext cx="8229600" cy="4110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6749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Karpenter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Karpenter</a:t>
            </a:r>
            <a:r>
              <a:rPr lang="en-US" dirty="0"/>
              <a:t> is an open-source </a:t>
            </a:r>
            <a:r>
              <a:rPr lang="en-US" dirty="0" err="1"/>
              <a:t>Kubernetes</a:t>
            </a:r>
            <a:r>
              <a:rPr lang="en-US" dirty="0"/>
              <a:t> node </a:t>
            </a:r>
            <a:r>
              <a:rPr lang="en-US" dirty="0" err="1"/>
              <a:t>autoscaler</a:t>
            </a:r>
            <a:r>
              <a:rPr lang="en-US" dirty="0"/>
              <a:t> developed for </a:t>
            </a:r>
            <a:r>
              <a:rPr lang="en-US" dirty="0" err="1"/>
              <a:t>Kubernetes</a:t>
            </a:r>
            <a:r>
              <a:rPr lang="en-US" dirty="0"/>
              <a:t> clusters running on AWS.</a:t>
            </a:r>
          </a:p>
          <a:p>
            <a:r>
              <a:rPr lang="en-US" dirty="0"/>
              <a:t>It automatically:</a:t>
            </a:r>
          </a:p>
          <a:p>
            <a:r>
              <a:rPr lang="en-US" dirty="0"/>
              <a:t>Provisions new EC2 worker nodes </a:t>
            </a:r>
          </a:p>
          <a:p>
            <a:r>
              <a:rPr lang="en-US" dirty="0"/>
              <a:t>Removes unused nodes </a:t>
            </a:r>
          </a:p>
          <a:p>
            <a:r>
              <a:rPr lang="en-US" dirty="0"/>
              <a:t>Optimizes cluster cost </a:t>
            </a:r>
          </a:p>
          <a:p>
            <a:r>
              <a:rPr lang="en-US" dirty="0"/>
              <a:t>Improves pod scheduling </a:t>
            </a:r>
          </a:p>
          <a:p>
            <a:r>
              <a:rPr lang="en-US" dirty="0"/>
              <a:t>Unlike Cluster </a:t>
            </a:r>
            <a:r>
              <a:rPr lang="en-US" dirty="0" err="1"/>
              <a:t>Autoscaler</a:t>
            </a:r>
            <a:r>
              <a:rPr lang="en-US" dirty="0"/>
              <a:t>:</a:t>
            </a:r>
          </a:p>
          <a:p>
            <a:r>
              <a:rPr lang="en-US" dirty="0"/>
              <a:t>Faster scaling </a:t>
            </a:r>
          </a:p>
          <a:p>
            <a:r>
              <a:rPr lang="en-US" dirty="0"/>
              <a:t>Direct EC2 provisioning </a:t>
            </a:r>
          </a:p>
          <a:p>
            <a:r>
              <a:rPr lang="en-US" dirty="0"/>
              <a:t>Better bin-packing </a:t>
            </a:r>
          </a:p>
          <a:p>
            <a:r>
              <a:rPr lang="en-US" dirty="0"/>
              <a:t>Supports Spot/On-Demand instances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08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Architecture Used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Components Created</a:t>
            </a:r>
          </a:p>
          <a:p>
            <a:r>
              <a:rPr lang="en-US" b="1" dirty="0" smtClean="0"/>
              <a:t>AWS </a:t>
            </a:r>
            <a:r>
              <a:rPr lang="en-US" b="1" dirty="0"/>
              <a:t>Resources</a:t>
            </a:r>
          </a:p>
          <a:p>
            <a:r>
              <a:rPr lang="en-US" dirty="0"/>
              <a:t>EKS Cluster </a:t>
            </a:r>
          </a:p>
          <a:p>
            <a:r>
              <a:rPr lang="en-US" dirty="0"/>
              <a:t>VPC </a:t>
            </a:r>
          </a:p>
          <a:p>
            <a:r>
              <a:rPr lang="en-US" dirty="0"/>
              <a:t>Public &amp; Private Subnets </a:t>
            </a:r>
          </a:p>
          <a:p>
            <a:r>
              <a:rPr lang="en-US" dirty="0"/>
              <a:t>NAT Gateway </a:t>
            </a:r>
          </a:p>
          <a:p>
            <a:r>
              <a:rPr lang="en-US" dirty="0"/>
              <a:t>IAM Roles </a:t>
            </a:r>
          </a:p>
          <a:p>
            <a:r>
              <a:rPr lang="en-US" dirty="0"/>
              <a:t>Security Groups </a:t>
            </a:r>
          </a:p>
          <a:p>
            <a:r>
              <a:rPr lang="en-US" dirty="0"/>
              <a:t>EC2 Worker Nodes </a:t>
            </a:r>
          </a:p>
          <a:p>
            <a:r>
              <a:rPr lang="en-US" b="1" dirty="0" err="1"/>
              <a:t>Kubernetes</a:t>
            </a:r>
            <a:r>
              <a:rPr lang="en-US" b="1" dirty="0"/>
              <a:t> Components</a:t>
            </a:r>
          </a:p>
          <a:p>
            <a:r>
              <a:rPr lang="en-US" dirty="0"/>
              <a:t>Metrics Server </a:t>
            </a:r>
          </a:p>
          <a:p>
            <a:r>
              <a:rPr lang="en-US" dirty="0" err="1"/>
              <a:t>Karpenter</a:t>
            </a:r>
            <a:r>
              <a:rPr lang="en-US" dirty="0"/>
              <a:t> Controller </a:t>
            </a:r>
          </a:p>
          <a:p>
            <a:r>
              <a:rPr lang="en-US" dirty="0" err="1"/>
              <a:t>NodePool</a:t>
            </a:r>
            <a:r>
              <a:rPr lang="en-US" dirty="0"/>
              <a:t> </a:t>
            </a:r>
          </a:p>
          <a:p>
            <a:r>
              <a:rPr lang="en-US" dirty="0"/>
              <a:t>EC2NodeClass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95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Terraform</a:t>
            </a:r>
            <a:r>
              <a:rPr lang="en-US" dirty="0" smtClean="0"/>
              <a:t> file used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765901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File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7-eks.tf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EKS Cluster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8-nodes.tf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Managed node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11-helm-provider.tf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Helm &amp; Kubernetes provider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12-metric-server.tf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Metrics server installation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13-karpenter.tf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Karpenter</a:t>
                      </a:r>
                      <a:r>
                        <a:rPr lang="en-US" dirty="0"/>
                        <a:t> Helm installation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161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Karpenter</a:t>
            </a:r>
            <a:r>
              <a:rPr lang="en-US" dirty="0" smtClean="0"/>
              <a:t> installation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Step 1 — Metrics Server Installation</a:t>
            </a:r>
          </a:p>
          <a:p>
            <a:r>
              <a:rPr lang="en-US" dirty="0"/>
              <a:t>Metrics server is required for:</a:t>
            </a:r>
          </a:p>
          <a:p>
            <a:r>
              <a:rPr lang="en-US" dirty="0"/>
              <a:t>Resource metrics </a:t>
            </a:r>
          </a:p>
          <a:p>
            <a:r>
              <a:rPr lang="en-US" dirty="0"/>
              <a:t>CPU/Memory monitoring </a:t>
            </a:r>
          </a:p>
          <a:p>
            <a:r>
              <a:rPr lang="en-US" dirty="0" err="1"/>
              <a:t>Autoscaling</a:t>
            </a:r>
            <a:r>
              <a:rPr lang="en-US" dirty="0"/>
              <a:t> </a:t>
            </a:r>
          </a:p>
          <a:p>
            <a:r>
              <a:rPr lang="en-US" dirty="0"/>
              <a:t>Installed using Helm.</a:t>
            </a:r>
          </a:p>
          <a:p>
            <a:r>
              <a:rPr lang="en-US" b="1" dirty="0"/>
              <a:t>Step 2 — IAM Configuration</a:t>
            </a:r>
          </a:p>
          <a:p>
            <a:r>
              <a:rPr lang="en-US" dirty="0"/>
              <a:t>IAM role and policies were configured for:</a:t>
            </a:r>
          </a:p>
          <a:p>
            <a:r>
              <a:rPr lang="en-US" dirty="0"/>
              <a:t>EC2 provisioning </a:t>
            </a:r>
          </a:p>
          <a:p>
            <a:r>
              <a:rPr lang="en-US" dirty="0"/>
              <a:t>Instance management </a:t>
            </a:r>
          </a:p>
          <a:p>
            <a:r>
              <a:rPr lang="en-US" dirty="0"/>
              <a:t>Node lifecycle operations </a:t>
            </a:r>
          </a:p>
          <a:p>
            <a:r>
              <a:rPr lang="en-US" b="1" dirty="0"/>
              <a:t>Step 3 — Install </a:t>
            </a:r>
            <a:r>
              <a:rPr lang="en-US" b="1" dirty="0" err="1"/>
              <a:t>Karpenter</a:t>
            </a:r>
            <a:r>
              <a:rPr lang="en-US" b="1" dirty="0"/>
              <a:t> Using Helm</a:t>
            </a:r>
          </a:p>
          <a:p>
            <a:r>
              <a:rPr lang="en-US" dirty="0" err="1"/>
              <a:t>Karpenter</a:t>
            </a:r>
            <a:r>
              <a:rPr lang="en-US" dirty="0"/>
              <a:t> was installed using:</a:t>
            </a:r>
          </a:p>
          <a:p>
            <a:r>
              <a:rPr lang="en-US" dirty="0"/>
              <a:t>Helm provider in </a:t>
            </a:r>
            <a:r>
              <a:rPr lang="en-US" dirty="0" err="1"/>
              <a:t>Terraform</a:t>
            </a:r>
            <a:r>
              <a:rPr lang="en-US" dirty="0"/>
              <a:t> </a:t>
            </a:r>
          </a:p>
          <a:p>
            <a:r>
              <a:rPr lang="en-US" dirty="0"/>
              <a:t>Official </a:t>
            </a:r>
            <a:r>
              <a:rPr lang="en-US" dirty="0" err="1"/>
              <a:t>Karpenter</a:t>
            </a:r>
            <a:r>
              <a:rPr lang="en-US" dirty="0"/>
              <a:t> Helm </a:t>
            </a:r>
            <a:r>
              <a:rPr lang="en-US" dirty="0" smtClean="0"/>
              <a:t>chart</a:t>
            </a:r>
          </a:p>
          <a:p>
            <a:r>
              <a:rPr lang="en-US" dirty="0" smtClean="0"/>
              <a:t>Note : </a:t>
            </a:r>
            <a:r>
              <a:rPr lang="en-US" dirty="0" err="1" smtClean="0"/>
              <a:t>namepsace</a:t>
            </a:r>
            <a:r>
              <a:rPr lang="en-US" dirty="0" smtClean="0"/>
              <a:t> used : </a:t>
            </a:r>
            <a:r>
              <a:rPr lang="en-US" dirty="0" err="1" smtClean="0"/>
              <a:t>karpenter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12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0172227"/>
              </p:ext>
            </p:extLst>
          </p:nvPr>
        </p:nvGraphicFramePr>
        <p:xfrm>
          <a:off x="457200" y="2660023"/>
          <a:ext cx="8229600" cy="10972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YAML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0-karpenter-nodeclass.yaml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Defines EC2 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1-karpenter-nodepool.yaml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 scaling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1462213"/>
            <a:ext cx="8070783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6. </a:t>
            </a: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Karpenter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YAML Resources Created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Folder Created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4-example.yaml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000" dirty="0">
              <a:latin typeface="Arial Unicode MS" pitchFamily="34" charset="-128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844" y="2175930"/>
            <a:ext cx="2031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YAML Files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07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7. EC2NodeClass Purpose</a:t>
            </a:r>
          </a:p>
          <a:p>
            <a:r>
              <a:rPr lang="en-US" dirty="0"/>
              <a:t>EC2NodeClass defines:</a:t>
            </a:r>
          </a:p>
          <a:p>
            <a:r>
              <a:rPr lang="en-US" dirty="0"/>
              <a:t>AMI </a:t>
            </a:r>
          </a:p>
          <a:p>
            <a:r>
              <a:rPr lang="en-US" dirty="0"/>
              <a:t>IAM Role </a:t>
            </a:r>
          </a:p>
          <a:p>
            <a:r>
              <a:rPr lang="en-US" dirty="0"/>
              <a:t>Subnets </a:t>
            </a:r>
          </a:p>
          <a:p>
            <a:r>
              <a:rPr lang="en-US" dirty="0"/>
              <a:t>Security Groups 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Amazon Linux 2 AMI </a:t>
            </a:r>
          </a:p>
          <a:p>
            <a:r>
              <a:rPr lang="en-US" dirty="0"/>
              <a:t>Private subnets </a:t>
            </a:r>
          </a:p>
          <a:p>
            <a:r>
              <a:rPr lang="en-US" dirty="0"/>
              <a:t>Discovery tags </a:t>
            </a:r>
          </a:p>
          <a:p>
            <a:r>
              <a:rPr lang="en-US" b="1" dirty="0"/>
              <a:t>8. </a:t>
            </a:r>
            <a:r>
              <a:rPr lang="en-US" b="1" dirty="0" err="1"/>
              <a:t>NodePool</a:t>
            </a:r>
            <a:r>
              <a:rPr lang="en-US" b="1" dirty="0"/>
              <a:t> Purpose</a:t>
            </a:r>
          </a:p>
          <a:p>
            <a:r>
              <a:rPr lang="en-US" dirty="0" err="1"/>
              <a:t>NodePool</a:t>
            </a:r>
            <a:r>
              <a:rPr lang="en-US" dirty="0"/>
              <a:t> defines:</a:t>
            </a:r>
          </a:p>
          <a:p>
            <a:r>
              <a:rPr lang="en-US" dirty="0"/>
              <a:t>Allowed instance types </a:t>
            </a:r>
          </a:p>
          <a:p>
            <a:r>
              <a:rPr lang="en-US" dirty="0"/>
              <a:t>CPU limits </a:t>
            </a:r>
          </a:p>
          <a:p>
            <a:r>
              <a:rPr lang="en-US" dirty="0"/>
              <a:t>Node requirements </a:t>
            </a:r>
          </a:p>
          <a:p>
            <a:r>
              <a:rPr lang="en-US" dirty="0" err="1"/>
              <a:t>Autoscaling</a:t>
            </a:r>
            <a:r>
              <a:rPr lang="en-US" dirty="0"/>
              <a:t> rules </a:t>
            </a:r>
          </a:p>
          <a:p>
            <a:r>
              <a:rPr lang="en-US" dirty="0"/>
              <a:t>Example used:</a:t>
            </a:r>
          </a:p>
          <a:p>
            <a:r>
              <a:rPr lang="en-US" dirty="0"/>
              <a:t>t3.small </a:t>
            </a:r>
          </a:p>
          <a:p>
            <a:r>
              <a:rPr lang="en-US" dirty="0"/>
              <a:t>t3.medium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894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Deployment </a:t>
            </a:r>
            <a:r>
              <a:rPr lang="en-US" b="1" dirty="0"/>
              <a:t>Created :</a:t>
            </a:r>
            <a:r>
              <a:rPr lang="en-US" b="1" dirty="0" err="1"/>
              <a:t>kubectl</a:t>
            </a:r>
            <a:r>
              <a:rPr lang="en-US" b="1" dirty="0"/>
              <a:t> create deployment </a:t>
            </a:r>
            <a:r>
              <a:rPr lang="en-US" b="1" dirty="0" err="1"/>
              <a:t>nginx</a:t>
            </a:r>
            <a:r>
              <a:rPr lang="en-US" b="1" dirty="0"/>
              <a:t> --image=</a:t>
            </a:r>
            <a:r>
              <a:rPr lang="en-US" b="1" dirty="0" err="1"/>
              <a:t>nginx</a:t>
            </a:r>
            <a:endParaRPr lang="en-US" b="1" dirty="0"/>
          </a:p>
          <a:p>
            <a:r>
              <a:rPr lang="en-US" dirty="0"/>
              <a:t>Scaled Application  : </a:t>
            </a:r>
            <a:r>
              <a:rPr lang="en-US" b="1" dirty="0" err="1"/>
              <a:t>kubectl</a:t>
            </a:r>
            <a:r>
              <a:rPr lang="en-US" b="1" dirty="0"/>
              <a:t> scale deployment </a:t>
            </a:r>
            <a:r>
              <a:rPr lang="en-US" b="1" dirty="0" err="1"/>
              <a:t>nginx</a:t>
            </a:r>
            <a:r>
              <a:rPr lang="en-US" b="1" dirty="0"/>
              <a:t> --</a:t>
            </a:r>
            <a:r>
              <a:rPr lang="en-US" b="1" dirty="0" smtClean="0"/>
              <a:t>replicas=10</a:t>
            </a:r>
            <a:endParaRPr lang="en-US" dirty="0"/>
          </a:p>
          <a:p>
            <a:r>
              <a:rPr lang="en-US" dirty="0" smtClean="0"/>
              <a:t>Check </a:t>
            </a:r>
            <a:r>
              <a:rPr lang="en-US" dirty="0"/>
              <a:t>pod : </a:t>
            </a:r>
            <a:r>
              <a:rPr lang="en-US" b="1" dirty="0" err="1"/>
              <a:t>kubectl</a:t>
            </a:r>
            <a:r>
              <a:rPr lang="en-US" b="1" dirty="0"/>
              <a:t> get nodes </a:t>
            </a:r>
            <a:r>
              <a:rPr lang="en-US" b="1" dirty="0" smtClean="0"/>
              <a:t>–w</a:t>
            </a:r>
          </a:p>
          <a:p>
            <a:r>
              <a:rPr lang="en-US" b="1" dirty="0" smtClean="0"/>
              <a:t>Checked </a:t>
            </a:r>
            <a:r>
              <a:rPr lang="en-US" b="1" dirty="0" err="1" smtClean="0"/>
              <a:t>karpenter</a:t>
            </a:r>
            <a:r>
              <a:rPr lang="en-US" b="1" dirty="0"/>
              <a:t> pod : </a:t>
            </a:r>
            <a:r>
              <a:rPr lang="en-US" b="1" dirty="0" err="1"/>
              <a:t>kubectl</a:t>
            </a:r>
            <a:r>
              <a:rPr lang="en-US" b="1" dirty="0"/>
              <a:t> get pods -n </a:t>
            </a:r>
            <a:r>
              <a:rPr lang="en-US" b="1" dirty="0" err="1" smtClean="0"/>
              <a:t>karpenter</a:t>
            </a:r>
            <a:endParaRPr lang="en-US" b="1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2209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Karpenter</a:t>
            </a:r>
            <a:r>
              <a:rPr lang="en-US" dirty="0" smtClean="0"/>
              <a:t> helm release 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04633"/>
            <a:ext cx="8229600" cy="4317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6980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KarpenterTest</a:t>
            </a:r>
            <a:endParaRPr lang="en-US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8538689" cy="4514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2270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8422</TotalTime>
  <Words>495</Words>
  <Application>Microsoft Office PowerPoint</Application>
  <PresentationFormat>On-screen Show (4:3)</PresentationFormat>
  <Paragraphs>150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EKS Terraform POC on AWS</vt:lpstr>
      <vt:lpstr>Project Overview</vt:lpstr>
      <vt:lpstr>Terraform Folder Structure</vt:lpstr>
      <vt:lpstr>PowerPoint Presentation</vt:lpstr>
      <vt:lpstr>Validation Commands Used</vt:lpstr>
      <vt:lpstr>Infrastructure provisioned</vt:lpstr>
      <vt:lpstr>POC Outcome</vt:lpstr>
      <vt:lpstr>Infrastructure provisioning</vt:lpstr>
      <vt:lpstr>Aws provision</vt:lpstr>
      <vt:lpstr>Subnet:Routetable</vt:lpstr>
      <vt:lpstr>IG:NAT</vt:lpstr>
      <vt:lpstr>Iam Access Enteries: Worker Nodes</vt:lpstr>
      <vt:lpstr>Ec2 instance running </vt:lpstr>
      <vt:lpstr>Kubernetes Artifacts</vt:lpstr>
      <vt:lpstr>Karpenter</vt:lpstr>
      <vt:lpstr>Architecture Used </vt:lpstr>
      <vt:lpstr>Terraform file used</vt:lpstr>
      <vt:lpstr>Karpenter installation process</vt:lpstr>
      <vt:lpstr>PowerPoint Presentation</vt:lpstr>
      <vt:lpstr>PowerPoint Presentation</vt:lpstr>
      <vt:lpstr>Testing </vt:lpstr>
      <vt:lpstr>Karpenter helm release </vt:lpstr>
      <vt:lpstr>KarpenterTest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EKS Terraform POC on AWS</dc:title>
  <dc:creator>windows 11</dc:creator>
  <dc:description>generated using python-pptx</dc:description>
  <cp:lastModifiedBy>windows 11</cp:lastModifiedBy>
  <cp:revision>11</cp:revision>
  <dcterms:created xsi:type="dcterms:W3CDTF">2013-01-27T09:14:16Z</dcterms:created>
  <dcterms:modified xsi:type="dcterms:W3CDTF">2026-05-25T09:07:37Z</dcterms:modified>
</cp:coreProperties>
</file>