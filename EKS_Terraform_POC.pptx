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30" autoAdjust="0"/>
    <p:restoredTop sz="94660"/>
  </p:normalViewPr>
  <p:slideViewPr>
    <p:cSldViewPr snapToGrid="0" snapToObjects="1">
      <p:cViewPr>
        <p:scale>
          <a:sx n="66" d="100"/>
          <a:sy n="66" d="100"/>
        </p:scale>
        <p:origin x="-1188" y="-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EKS Terraform POC on AWS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t>Proof of Concept demonstrating AWS EKS infrastructure creation using Terraform and Kubernetes deployment validation.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This POC includes:</a:t>
            </a:r>
          </a:p>
          <a:p>
            <a:r>
              <a:t>AWS VPC creation using Terraform</a:t>
            </a:r>
          </a:p>
          <a:p>
            <a:r>
              <a:t>Public and Private Subnets</a:t>
            </a:r>
          </a:p>
          <a:p>
            <a:r>
              <a:t>Internet Gateway and NAT Gateway</a:t>
            </a:r>
          </a:p>
          <a:p>
            <a:r>
              <a:t>EKS Cluster and Node Group creation</a:t>
            </a:r>
          </a:p>
          <a:p>
            <a:r>
              <a:t>IAM Users, Roles and Policies</a:t>
            </a:r>
          </a:p>
          <a:p>
            <a:r>
              <a:t>Helm Provider integration</a:t>
            </a:r>
          </a:p>
          <a:p>
            <a:r>
              <a:t>Metrics Server deployment</a:t>
            </a:r>
          </a:p>
          <a:p>
            <a:r>
              <a:t>Kubernetes Deployment, Service and HPA</a:t>
            </a:r>
          </a:p>
          <a:p>
            <a:r>
              <a:t>kubectl validation and monitoring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Terraform Folder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 err="1"/>
              <a:t>Terraform</a:t>
            </a:r>
            <a:r>
              <a:rPr dirty="0"/>
              <a:t> files used in the project:</a:t>
            </a:r>
          </a:p>
          <a:p>
            <a:r>
              <a:rPr dirty="0" smtClean="0"/>
              <a:t>1-providers.tf</a:t>
            </a:r>
            <a:endParaRPr dirty="0"/>
          </a:p>
          <a:p>
            <a:r>
              <a:rPr dirty="0"/>
              <a:t>2-vpc.tf</a:t>
            </a:r>
          </a:p>
          <a:p>
            <a:r>
              <a:rPr dirty="0"/>
              <a:t>3-igw.tf</a:t>
            </a:r>
          </a:p>
          <a:p>
            <a:r>
              <a:rPr dirty="0"/>
              <a:t>4-subnet.tf</a:t>
            </a:r>
          </a:p>
          <a:p>
            <a:r>
              <a:rPr dirty="0"/>
              <a:t>5-nat.tf</a:t>
            </a:r>
          </a:p>
          <a:p>
            <a:r>
              <a:rPr dirty="0"/>
              <a:t>6-routes.tf</a:t>
            </a:r>
          </a:p>
          <a:p>
            <a:r>
              <a:rPr dirty="0"/>
              <a:t>7-eks.tf</a:t>
            </a:r>
          </a:p>
          <a:p>
            <a:r>
              <a:rPr dirty="0"/>
              <a:t>8-nodes.tf</a:t>
            </a:r>
          </a:p>
          <a:p>
            <a:r>
              <a:rPr dirty="0"/>
              <a:t>9-add-developer-user.tf</a:t>
            </a:r>
          </a:p>
          <a:p>
            <a:r>
              <a:rPr dirty="0"/>
              <a:t>10-add-manager-role.tf</a:t>
            </a:r>
          </a:p>
          <a:p>
            <a:r>
              <a:rPr dirty="0"/>
              <a:t>11-helm-provider.tf</a:t>
            </a:r>
          </a:p>
          <a:p>
            <a:r>
              <a:rPr dirty="0"/>
              <a:t>12-metric-server.tf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Terraform and Kubernetes Validation Output</a:t>
            </a:r>
          </a:p>
        </p:txBody>
      </p:sp>
      <p:pic>
        <p:nvPicPr>
          <p:cNvPr id="3" name="Picture 2" descr="7296513c-12bf-4360-a931-54d76e17e3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436543" cy="59433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Commands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 err="1"/>
              <a:t>Kubernetes</a:t>
            </a:r>
            <a:r>
              <a:rPr dirty="0"/>
              <a:t> and </a:t>
            </a:r>
            <a:r>
              <a:rPr dirty="0" err="1"/>
              <a:t>Terraform</a:t>
            </a:r>
            <a:r>
              <a:rPr dirty="0"/>
              <a:t> verification commands:</a:t>
            </a:r>
          </a:p>
          <a:p>
            <a:r>
              <a:rPr dirty="0" err="1"/>
              <a:t>terraform</a:t>
            </a:r>
            <a:r>
              <a:rPr dirty="0"/>
              <a:t> </a:t>
            </a:r>
            <a:r>
              <a:rPr dirty="0" err="1"/>
              <a:t>init</a:t>
            </a:r>
            <a:endParaRPr dirty="0"/>
          </a:p>
          <a:p>
            <a:r>
              <a:rPr dirty="0" err="1"/>
              <a:t>terraform</a:t>
            </a:r>
            <a:r>
              <a:rPr dirty="0"/>
              <a:t> validate</a:t>
            </a:r>
          </a:p>
          <a:p>
            <a:r>
              <a:rPr dirty="0" err="1"/>
              <a:t>terraform</a:t>
            </a:r>
            <a:r>
              <a:rPr dirty="0"/>
              <a:t> plan</a:t>
            </a:r>
          </a:p>
          <a:p>
            <a:r>
              <a:rPr dirty="0" err="1"/>
              <a:t>terraform</a:t>
            </a:r>
            <a:r>
              <a:rPr dirty="0"/>
              <a:t> apply</a:t>
            </a:r>
          </a:p>
          <a:p>
            <a:r>
              <a:rPr dirty="0" err="1"/>
              <a:t>kubectl</a:t>
            </a:r>
            <a:r>
              <a:rPr dirty="0"/>
              <a:t> get </a:t>
            </a:r>
            <a:r>
              <a:rPr dirty="0" smtClean="0"/>
              <a:t>nodes</a:t>
            </a:r>
            <a:r>
              <a:rPr lang="en-US" dirty="0" smtClean="0"/>
              <a:t>       </a:t>
            </a:r>
            <a:endParaRPr dirty="0"/>
          </a:p>
          <a:p>
            <a:r>
              <a:rPr dirty="0" err="1"/>
              <a:t>kubectl</a:t>
            </a:r>
            <a:r>
              <a:rPr dirty="0"/>
              <a:t> get pods -A</a:t>
            </a:r>
          </a:p>
          <a:p>
            <a:r>
              <a:rPr dirty="0" err="1"/>
              <a:t>kubectl</a:t>
            </a:r>
            <a:r>
              <a:rPr dirty="0"/>
              <a:t> get deployment -n 3-example</a:t>
            </a:r>
          </a:p>
          <a:p>
            <a:r>
              <a:rPr dirty="0" err="1"/>
              <a:t>kubectl</a:t>
            </a:r>
            <a:r>
              <a:rPr dirty="0"/>
              <a:t> get svc -n 3-example</a:t>
            </a:r>
          </a:p>
          <a:p>
            <a:r>
              <a:rPr dirty="0" err="1"/>
              <a:t>kubectl</a:t>
            </a:r>
            <a:r>
              <a:rPr dirty="0"/>
              <a:t> get </a:t>
            </a:r>
            <a:r>
              <a:rPr dirty="0" err="1"/>
              <a:t>hpa</a:t>
            </a:r>
            <a:r>
              <a:rPr dirty="0"/>
              <a:t> -n 3-example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Infrastructure provisioned</a:t>
            </a:r>
            <a:endParaRPr lang="en-US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91771"/>
            <a:ext cx="8229600" cy="444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47056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POC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The Terraform-based EKS setup was successfully completed.</a:t>
            </a:r>
          </a:p>
          <a:p>
            <a:r>
              <a:t>AWS infrastructure created using Infrastructure as Code</a:t>
            </a:r>
          </a:p>
          <a:p>
            <a:r>
              <a:t>EKS cluster and worker nodes deployed successfully</a:t>
            </a:r>
          </a:p>
          <a:p>
            <a:r>
              <a:t>Metrics Server installed using Helm</a:t>
            </a:r>
          </a:p>
          <a:p>
            <a:r>
              <a:t>Application deployment and service validated</a:t>
            </a:r>
          </a:p>
          <a:p>
            <a:r>
              <a:t>Horizontal Pod Autoscaler (HPA) configured and verified</a:t>
            </a:r>
          </a:p>
          <a:p>
            <a:r>
              <a:t>Cluster monitored using kubectl commands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Infrastructure provisioning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/>
              <a:t>Terraform</a:t>
            </a:r>
            <a:r>
              <a:rPr lang="en-US" sz="2000" dirty="0" smtClean="0"/>
              <a:t> </a:t>
            </a:r>
            <a:r>
              <a:rPr lang="en-US" sz="2000" dirty="0" err="1" smtClean="0"/>
              <a:t>init</a:t>
            </a:r>
            <a:r>
              <a:rPr lang="en-US" sz="2000" dirty="0" smtClean="0"/>
              <a:t>   &amp;&amp; </a:t>
            </a:r>
            <a:r>
              <a:rPr lang="en-US" sz="2000" dirty="0" err="1" smtClean="0"/>
              <a:t>Terraform</a:t>
            </a:r>
            <a:r>
              <a:rPr lang="en-US" sz="2000" dirty="0" smtClean="0"/>
              <a:t> apply 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28" y="2360973"/>
            <a:ext cx="3879750" cy="3847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1712" y="2206967"/>
            <a:ext cx="4496234" cy="4001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39752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Aws</a:t>
            </a:r>
            <a:r>
              <a:rPr lang="en-US" dirty="0" smtClean="0"/>
              <a:t> provision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EKS : VPC 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398" y="2229688"/>
            <a:ext cx="7088304" cy="1329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796" y="4661752"/>
            <a:ext cx="7203507" cy="1355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163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Subnet:Routetable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70859"/>
            <a:ext cx="8229600" cy="2216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4358825"/>
            <a:ext cx="8582593" cy="1852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6970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IG:NAT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198" y="1566640"/>
            <a:ext cx="8229600" cy="16862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198" y="4429343"/>
            <a:ext cx="8621195" cy="17404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3086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Iam</a:t>
            </a:r>
            <a:r>
              <a:rPr lang="en-US" dirty="0" smtClean="0"/>
              <a:t> Access </a:t>
            </a:r>
            <a:r>
              <a:rPr lang="en-US" dirty="0" err="1" smtClean="0"/>
              <a:t>Enteries</a:t>
            </a:r>
            <a:r>
              <a:rPr lang="en-US" dirty="0" smtClean="0"/>
              <a:t>: Worker Nodes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2606" y="1417638"/>
            <a:ext cx="6162716" cy="24226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2606" y="4119375"/>
            <a:ext cx="6397250" cy="25461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2218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Ec2 instance running </a:t>
            </a:r>
            <a:endParaRPr 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760467"/>
            <a:ext cx="8229600" cy="2205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25364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Kubernetes</a:t>
            </a:r>
            <a:r>
              <a:rPr lang="en-US" dirty="0" smtClean="0"/>
              <a:t> Artifacts</a:t>
            </a:r>
            <a:endParaRPr lang="en-US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07927"/>
            <a:ext cx="8229600" cy="4110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6749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213</Words>
  <Application>Microsoft Office PowerPoint</Application>
  <PresentationFormat>On-screen Show (4:3)</PresentationFormat>
  <Paragraphs>57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EKS Terraform POC on AWS</vt:lpstr>
      <vt:lpstr>Project Overview</vt:lpstr>
      <vt:lpstr>Terraform Folder Structure</vt:lpstr>
      <vt:lpstr>PowerPoint Presentation</vt:lpstr>
      <vt:lpstr>Validation Commands Used</vt:lpstr>
      <vt:lpstr>Infrastructure provisioned</vt:lpstr>
      <vt:lpstr>POC Outcome</vt:lpstr>
      <vt:lpstr>Infrastructure provisioning</vt:lpstr>
      <vt:lpstr>Aws provision</vt:lpstr>
      <vt:lpstr>Subnet:Routetable</vt:lpstr>
      <vt:lpstr>IG:NAT</vt:lpstr>
      <vt:lpstr>Iam Access Enteries: Worker Nodes</vt:lpstr>
      <vt:lpstr>Ec2 instance running </vt:lpstr>
      <vt:lpstr>Kubernetes Artifacts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EKS Terraform POC on AWS</dc:title>
  <dc:subject/>
  <dc:creator/>
  <cp:keywords/>
  <dc:description>generated using python-pptx</dc:description>
  <cp:lastModifiedBy>windows 11</cp:lastModifiedBy>
  <cp:revision>5</cp:revision>
  <dcterms:created xsi:type="dcterms:W3CDTF">2013-01-27T09:14:16Z</dcterms:created>
  <dcterms:modified xsi:type="dcterms:W3CDTF">2026-05-19T13:23:12Z</dcterms:modified>
  <cp:category/>
</cp:coreProperties>
</file>